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pBOD1wnFu5Ox5hv3wUcSwmDx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Roboto-regular.fntdata"/><Relationship Id="rId11" Type="http://schemas.openxmlformats.org/officeDocument/2006/relationships/font" Target="fonts/Roboto-bold.fntdata"/><Relationship Id="rId12" Type="http://schemas.openxmlformats.org/officeDocument/2006/relationships/font" Target="fonts/Roboto-italic.fntdata"/><Relationship Id="rId13" Type="http://schemas.openxmlformats.org/officeDocument/2006/relationships/font" Target="fonts/Roboto-boldItalic.fntdata"/><Relationship Id="rId14" Type="http://schemas.openxmlformats.org/officeDocument/2006/relationships/font" Target="fonts/RobotoMedium-regular.fntdata"/><Relationship Id="rId15" Type="http://schemas.openxmlformats.org/officeDocument/2006/relationships/font" Target="fonts/RobotoMedium-bold.fntdata"/><Relationship Id="rId16" Type="http://schemas.openxmlformats.org/officeDocument/2006/relationships/font" Target="fonts/RobotoMedium-italic.fntdata"/><Relationship Id="rId17" Type="http://schemas.openxmlformats.org/officeDocument/2006/relationships/font" Target="fonts/RobotoMedium-boldItalic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Hyperion Steward is our Hyperion agent for the HYPER-AI IDE. One sentence: it only tells you something happened once it has seen it happen in your workspace.</a:t>
            </a:r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Repo, image, how to run it. Defaults match the starter: legion1, llama3.1, API_KEY.</a:t>
            </a:r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96137532f5a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What it is, what we found, what it does about it. The screenshot is the official IDE, run from the organisers' images in CI, with a browser typing into the Hyperion panel.</a:t>
            </a:r>
          </a:p>
        </p:txBody>
      </p:sp>
      <p:sp>
        <p:nvSpPr>
          <p:cNvPr id="56" name="Google Shape;56;h2296137532f5a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96137532f5a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Four numbers. Zero disagreements with the real validator. Nine out of nine safety scenarios against one out of nine for a naive agent, with identical tool calls. Zero false claims against five. Six of six steps live against the official backend image.</a:t>
            </a:r>
          </a:p>
        </p:txBody>
      </p:sp>
      <p:sp>
        <p:nvSpPr>
          <p:cNvPr id="63" name="Google Shape;63;h2296137532f5a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9pPr>
          </a:lstStyle>
          <a:p/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858" y="4726170"/>
            <a:ext cx="1407814" cy="3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i="0" sz="2400" u="none" cap="none" strike="noStrike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 rot="-5400000">
            <a:off x="2158615" y="-2137275"/>
            <a:ext cx="86897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2">
            <a:alphaModFix amt="11000"/>
          </a:blip>
          <a:srcRect b="4935" l="0" r="0" t="17694"/>
          <a:stretch/>
        </p:blipFill>
        <p:spPr>
          <a:xfrm rot="-5400000">
            <a:off x="6719951" y="-1555100"/>
            <a:ext cx="868950" cy="3979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 rot="5400000">
            <a:off x="4113300" y="-4111500"/>
            <a:ext cx="917400" cy="9140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46A"/>
              </a:buClr>
              <a:buSzPts val="2400"/>
              <a:buFont typeface="Roboto"/>
              <a:buNone/>
              <a:defRPr b="1" sz="2400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3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0" y="2220966"/>
            <a:ext cx="9142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rPr lang="en"/>
              <a:t>Hyperion Steward</a:t>
            </a:r>
            <a:endParaRPr/>
          </a:p>
        </p:txBody>
      </p:sp>
      <p:sp>
        <p:nvSpPr>
          <p:cNvPr id="46" name="Google Shape;46;p1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rPr sz="1600">
                <a:solidFill>
                  <a:srgbClr val="FFFFFF"/>
                </a:solidFill>
              </a:rPr>
              <a:t>Challenge 1 · HYPER-AI  |  says done only once it has seen it done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GitHub repo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400">
                <a:solidFill>
                  <a:srgbClr val="1F2A6B"/>
                </a:solidFill>
              </a:rPr>
              <a:t>GitHub repo: </a:t>
            </a:r>
            <a:r>
              <a:rPr sz="1400">
                <a:solidFill>
                  <a:srgbClr val="212121"/>
                </a:solidFill>
              </a:rPr>
              <a:t>github.com/Faadil1/veles-hack-2026</a:t>
            </a:r>
            <a:endParaRPr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A6B"/>
                </a:solidFill>
              </a:rPr>
              <a:t>Docker image: </a:t>
            </a:r>
            <a:r>
              <a:rPr sz="1400">
                <a:solidFill>
                  <a:srgbClr val="212121"/>
                </a:solidFill>
              </a:rPr>
              <a:t>faadil12/hyperion:latest  (exposes :8000/chat)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A6B"/>
                </a:solidFill>
              </a:rPr>
              <a:t>Run: </a:t>
            </a:r>
            <a:r>
              <a:rPr sz="1400">
                <a:solidFill>
                  <a:srgbClr val="212121"/>
                </a:solidFill>
              </a:rPr>
              <a:t>docker run -p 8000:8000 --add-host host.docker.internal:host-gateway -e API_KEY=&lt;key&gt; faadil12/hyperion:latest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A6B"/>
                </a:solidFill>
              </a:rPr>
              <a:t>Licence: </a:t>
            </a:r>
            <a:r>
              <a:rPr sz="1400">
                <a:solidFill>
                  <a:srgbClr val="212121"/>
                </a:solidFill>
              </a:rPr>
              <a:t>Apache-2.0, as in the official hyperion-starter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A6B"/>
                </a:solidFill>
              </a:rPr>
              <a:t>Evidence: </a:t>
            </a:r>
            <a:r>
              <a:rPr sz="1400">
                <a:solidFill>
                  <a:srgbClr val="212121"/>
                </a:solidFill>
              </a:rPr>
              <a:t>CI reports on the ci-evidence branch (official IDE images, digests recorded)</a:t>
            </a:r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10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296137532f5af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9" name="Google Shape;59;h2296137532f5afa_0_0"/>
          <p:cNvSpPr txBox="1"/>
          <p:nvPr>
            <p:ph idx="1" type="body"/>
          </p:nvPr>
        </p:nvSpPr>
        <p:spPr>
          <a:xfrm>
            <a:off x="311700" y="1152475"/>
            <a:ext cx="420624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sz="1300">
                <a:solidFill>
                  <a:srgbClr val="212121"/>
                </a:solidFill>
              </a:rPr>
              <a:t>A drop-in /chat microservice for the HYPER-AI IDE: answers HYPER-AI questions from the official documents and turns plain language into IDE actions.</a:t>
            </a:r>
            <a:endParaRPr/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</a:rPr>
              <a:t>We read the IDE the judges run, not only its tutorial. Its actions are fire-and-forget: a naive agent says done when nothing happened.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</a:rPr>
              <a:t>Steward checks every profile with an exact copy of the IDE validator, then reads the workspace back and only claims what it saw. Deletes always ask; overwrites ask unless you named the file or Steward created it; file changes can be undone (a folder delete cannot).</a:t>
            </a:r>
          </a:p>
        </p:txBody>
      </p:sp>
      <p:sp>
        <p:nvSpPr>
          <p:cNvPr id="60" name="Google Shape;60;h2296137532f5afa_0_0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" name="panel-screenshot" descr="crop-03-ambiguous-1085-6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25880"/>
            <a:ext cx="3931920" cy="1426285"/>
          </a:xfrm>
          <a:prstGeom prst="rect">
            <a:avLst/>
          </a:prstGeom>
          <a:ln w="9525">
            <a:solidFill>
              <a:srgbClr val="D0D4E4"/>
            </a:solidFill>
          </a:ln>
        </p:spPr>
      </p:pic>
      <p:sp>
        <p:nvSpPr>
          <p:cNvPr id="62" name="text"/>
          <p:cNvSpPr txBox="1"/>
          <p:nvPr/>
        </p:nvSpPr>
        <p:spPr>
          <a:xfrm>
            <a:off x="4846320" y="28803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The official IDE (organisers' GUI and backend images), a browser typing into the Hyperion panel in 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296137532f5af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Highlights</a:t>
            </a:r>
            <a:endParaRPr/>
          </a:p>
        </p:txBody>
      </p:sp>
      <p:sp>
        <p:nvSpPr>
          <p:cNvPr id="67" name="Google Shape;67;h2296137532f5afa_0_6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stat-0"/>
          <p:cNvSpPr/>
          <p:nvPr/>
        </p:nvSpPr>
        <p:spPr>
          <a:xfrm>
            <a:off x="411480" y="12344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tat-0-value"/>
          <p:cNvSpPr txBox="1"/>
          <p:nvPr/>
        </p:nvSpPr>
        <p:spPr>
          <a:xfrm>
            <a:off x="576072" y="141732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F2A6B"/>
                </a:solidFill>
                <a:latin typeface="Arial"/>
              </a:rPr>
              <a:t>0</a:t>
            </a:r>
          </a:p>
        </p:txBody>
      </p:sp>
      <p:sp>
        <p:nvSpPr>
          <p:cNvPr id="70" name="stat-0-label"/>
          <p:cNvSpPr txBox="1"/>
          <p:nvPr/>
        </p:nvSpPr>
        <p:spPr>
          <a:xfrm>
            <a:off x="576072" y="2331720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disagreements with the IDE's own validator, over 5,536 test profiles</a:t>
            </a:r>
          </a:p>
        </p:txBody>
      </p:sp>
      <p:sp>
        <p:nvSpPr>
          <p:cNvPr id="71" name="stat-1"/>
          <p:cNvSpPr/>
          <p:nvPr/>
        </p:nvSpPr>
        <p:spPr>
          <a:xfrm>
            <a:off x="2532888" y="12344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tat-1-value"/>
          <p:cNvSpPr txBox="1"/>
          <p:nvPr/>
        </p:nvSpPr>
        <p:spPr>
          <a:xfrm>
            <a:off x="2697480" y="141732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7A4F"/>
                </a:solidFill>
                <a:latin typeface="Arial"/>
              </a:rPr>
              <a:t>9/9</a:t>
            </a:r>
          </a:p>
        </p:txBody>
      </p:sp>
      <p:sp>
        <p:nvSpPr>
          <p:cNvPr id="73" name="stat-1-label"/>
          <p:cNvSpPr txBox="1"/>
          <p:nvPr/>
        </p:nvSpPr>
        <p:spPr>
          <a:xfrm>
            <a:off x="2697480" y="2331720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safety scenarios handled correctly (same tool calls, stub mirroring the IDE). Naive agent: 1/9</a:t>
            </a:r>
          </a:p>
        </p:txBody>
      </p:sp>
      <p:sp>
        <p:nvSpPr>
          <p:cNvPr id="74" name="stat-2"/>
          <p:cNvSpPr/>
          <p:nvPr/>
        </p:nvSpPr>
        <p:spPr>
          <a:xfrm>
            <a:off x="4654296" y="12344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tat-2-value"/>
          <p:cNvSpPr txBox="1"/>
          <p:nvPr/>
        </p:nvSpPr>
        <p:spPr>
          <a:xfrm>
            <a:off x="4818888" y="141732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7A4F"/>
                </a:solidFill>
                <a:latin typeface="Arial"/>
              </a:rPr>
              <a:t>0</a:t>
            </a:r>
          </a:p>
        </p:txBody>
      </p:sp>
      <p:sp>
        <p:nvSpPr>
          <p:cNvPr id="76" name="stat-2-label"/>
          <p:cNvSpPr txBox="1"/>
          <p:nvPr/>
        </p:nvSpPr>
        <p:spPr>
          <a:xfrm>
            <a:off x="4818888" y="2331720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false "done" claims in the same scenarios. Naive agent: 5</a:t>
            </a:r>
          </a:p>
        </p:txBody>
      </p:sp>
      <p:sp>
        <p:nvSpPr>
          <p:cNvPr id="77" name="stat-3"/>
          <p:cNvSpPr/>
          <p:nvPr/>
        </p:nvSpPr>
        <p:spPr>
          <a:xfrm>
            <a:off x="6775703" y="12344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tat-3-value"/>
          <p:cNvSpPr txBox="1"/>
          <p:nvPr/>
        </p:nvSpPr>
        <p:spPr>
          <a:xfrm>
            <a:off x="6940295" y="141732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F2A6B"/>
                </a:solidFill>
                <a:latin typeface="Arial"/>
              </a:rPr>
              <a:t>6/6</a:t>
            </a:r>
          </a:p>
        </p:txBody>
      </p:sp>
      <p:sp>
        <p:nvSpPr>
          <p:cNvPr id="79" name="stat-3-label"/>
          <p:cNvSpPr txBox="1"/>
          <p:nvPr/>
        </p:nvSpPr>
        <p:spPr>
          <a:xfrm>
            <a:off x="6940295" y="2331720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live steps against the official backend image, every change verified by read-back</a:t>
            </a:r>
          </a:p>
        </p:txBody>
      </p:sp>
      <p:sp>
        <p:nvSpPr>
          <p:cNvPr id="80" name="text"/>
          <p:cNvSpPr txBox="1"/>
          <p:nvPr/>
        </p:nvSpPr>
        <p:spPr>
          <a:xfrm>
            <a:off x="411480" y="3840480"/>
            <a:ext cx="8321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Also: </a:t>
            </a:r>
            <a:r>
              <a:rPr sz="1200" b="0">
                <a:solidFill>
                  <a:srgbClr val="212121"/>
                </a:solidFill>
                <a:latin typeface="Arial"/>
              </a:rPr>
              <a:t>works without a model for the official example requests (create, delete, check, undo); plain-text replies because the panel does not render markdown; per-session memory sized to the provided 8k-token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Anastasios Zafeiropoulos</dc:creator>
</cp:coreProperties>
</file>